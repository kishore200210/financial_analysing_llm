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582" autoAdjust="0"/>
  </p:normalViewPr>
  <p:slideViewPr>
    <p:cSldViewPr snapToGrid="0" snapToObjects="1">
      <p:cViewPr varScale="1">
        <p:scale>
          <a:sx n="69" d="100"/>
          <a:sy n="69" d="100"/>
        </p:scale>
        <p:origin x="1786" y="2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9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515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4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929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881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856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29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001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400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169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280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95181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150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866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768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6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786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Financial Analyzer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Personal UPI Usage and Financial Analyzer using LLMs</a:t>
            </a:r>
          </a:p>
          <a:p>
            <a:r>
              <a:rPr dirty="0" err="1"/>
              <a:t>Streamlit</a:t>
            </a:r>
            <a:r>
              <a:rPr dirty="0"/>
              <a:t> &amp; </a:t>
            </a:r>
            <a:r>
              <a:rPr dirty="0" err="1"/>
              <a:t>Langflow</a:t>
            </a:r>
            <a:r>
              <a:rPr dirty="0"/>
              <a:t>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sz="2800" dirty="0"/>
              <a:t>Managing personal finances and tracking UPI usage can be challenging:</a:t>
            </a:r>
          </a:p>
          <a:p>
            <a:r>
              <a:rPr sz="2800" dirty="0"/>
              <a:t>Bank statements are often cluttered and hard to analyze manually.</a:t>
            </a:r>
          </a:p>
          <a:p>
            <a:r>
              <a:rPr sz="2800" dirty="0"/>
              <a:t>Categorizing transactions accurately is time-consuming.</a:t>
            </a:r>
          </a:p>
          <a:p>
            <a:r>
              <a:rPr sz="2800" dirty="0"/>
              <a:t>Lack of personalized financial advice based on actual spending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Our Solution: Financial Analyzer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2800" dirty="0"/>
              <a:t>An intelligent, AI-driven dashboard for UPI transaction analysis:</a:t>
            </a:r>
          </a:p>
          <a:p>
            <a:r>
              <a:rPr sz="2800" dirty="0"/>
              <a:t>Automated Document Parsing: Extracts and cleans data directly from bank-generated PDFs.</a:t>
            </a:r>
          </a:p>
          <a:p>
            <a:r>
              <a:rPr sz="2800" dirty="0"/>
              <a:t>Intelligent Classification: Organizes transactions into Income, Expense, and specific Categories.</a:t>
            </a:r>
          </a:p>
          <a:p>
            <a:r>
              <a:rPr sz="2800" dirty="0"/>
              <a:t>Smart Wealth Advisor: Leverages AI (Google Gemini &amp; </a:t>
            </a:r>
            <a:r>
              <a:rPr sz="2800" dirty="0" err="1"/>
              <a:t>Langflow</a:t>
            </a:r>
            <a:r>
              <a:rPr sz="2800" dirty="0"/>
              <a:t>) to provide actionable </a:t>
            </a:r>
            <a:r>
              <a:rPr dirty="0"/>
              <a:t>financial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Features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sz="2800" dirty="0"/>
              <a:t>The application offers a seamless user experience:</a:t>
            </a:r>
          </a:p>
          <a:p>
            <a:r>
              <a:rPr sz="2800" dirty="0"/>
              <a:t>1. Upload: Users drop their UPI statement PDF into the app.</a:t>
            </a:r>
          </a:p>
          <a:p>
            <a:r>
              <a:rPr sz="2800" dirty="0"/>
              <a:t>2. Analyze: Instant KPIs (Total Spend, Income, </a:t>
            </a:r>
            <a:r>
              <a:rPr sz="2800" dirty="0" err="1"/>
              <a:t>Txn</a:t>
            </a:r>
            <a:r>
              <a:rPr sz="2800" dirty="0"/>
              <a:t> Count) and visual charts (Daily Trend, Category breakdowns).</a:t>
            </a:r>
          </a:p>
          <a:p>
            <a:r>
              <a:rPr sz="2800" dirty="0"/>
              <a:t>3. Ask AI: Users can query their financial patterns (e.g., 'How much did I spend on food?').</a:t>
            </a:r>
          </a:p>
          <a:p>
            <a:r>
              <a:rPr dirty="0"/>
              <a:t>4. Export: Download analyzed data as CSV for offline 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/>
          <a:lstStyle/>
          <a:p>
            <a:r>
              <a:rPr dirty="0"/>
              <a:t>Architecture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956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sz="2800" dirty="0"/>
              <a:t>Built using modern, scalable technologies:</a:t>
            </a:r>
          </a:p>
          <a:p>
            <a:r>
              <a:rPr sz="2800" dirty="0"/>
              <a:t>Frontend: </a:t>
            </a:r>
            <a:r>
              <a:rPr sz="2800" dirty="0" err="1"/>
              <a:t>Streamlit</a:t>
            </a:r>
            <a:r>
              <a:rPr sz="2800" dirty="0"/>
              <a:t> for an interactive, responsive UI.</a:t>
            </a:r>
          </a:p>
          <a:p>
            <a:r>
              <a:rPr sz="2800" dirty="0"/>
              <a:t>Data Processing: pandas &amp; </a:t>
            </a:r>
            <a:r>
              <a:rPr sz="2800" dirty="0" err="1"/>
              <a:t>pdfplumber</a:t>
            </a:r>
            <a:r>
              <a:rPr sz="2800" dirty="0"/>
              <a:t> for data extraction and cleaning.</a:t>
            </a:r>
          </a:p>
          <a:p>
            <a:r>
              <a:rPr sz="2800" dirty="0"/>
              <a:t>Visualizations: </a:t>
            </a:r>
            <a:r>
              <a:rPr sz="2800" dirty="0" err="1"/>
              <a:t>Plotly</a:t>
            </a:r>
            <a:r>
              <a:rPr sz="2800" dirty="0"/>
              <a:t> Express for dynamic charting.</a:t>
            </a:r>
          </a:p>
          <a:p>
            <a:r>
              <a:rPr sz="2800" dirty="0"/>
              <a:t>AI Engine: Google Gemini &amp; </a:t>
            </a:r>
            <a:r>
              <a:rPr sz="2800" dirty="0" err="1"/>
              <a:t>Langflow</a:t>
            </a:r>
            <a:r>
              <a:rPr sz="2800" dirty="0"/>
              <a:t> for intelligent insights and reasoning.</a:t>
            </a:r>
          </a:p>
          <a:p>
            <a:r>
              <a:rPr sz="2800" dirty="0"/>
              <a:t>Deployment: </a:t>
            </a:r>
            <a:r>
              <a:rPr sz="2800" dirty="0" err="1"/>
              <a:t>Dockerized</a:t>
            </a:r>
            <a:r>
              <a:rPr sz="2800" dirty="0"/>
              <a:t> setup for easy execution and scaling.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2DEEA5-1AE9-A009-5EB1-A94AEF9FB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7801"/>
            <a:ext cx="9144000" cy="48935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788AF1-7FB9-D7BA-F209-730589A63712}"/>
              </a:ext>
            </a:extLst>
          </p:cNvPr>
          <p:cNvSpPr txBox="1"/>
          <p:nvPr/>
        </p:nvSpPr>
        <p:spPr>
          <a:xfrm>
            <a:off x="3311912" y="371895"/>
            <a:ext cx="25201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 err="1">
                <a:latin typeface="Calibri (Headings)"/>
              </a:rPr>
              <a:t>Streamlit</a:t>
            </a:r>
            <a:endParaRPr lang="en-IN" sz="4400" dirty="0">
              <a:latin typeface="Calibri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709802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7E14C0-F0A0-3EEC-1501-F4DBCAE58A1F}"/>
              </a:ext>
            </a:extLst>
          </p:cNvPr>
          <p:cNvSpPr txBox="1"/>
          <p:nvPr/>
        </p:nvSpPr>
        <p:spPr>
          <a:xfrm>
            <a:off x="2955074" y="557560"/>
            <a:ext cx="44493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 err="1">
                <a:latin typeface="Calibri (Headings)"/>
              </a:rPr>
              <a:t>Langflow</a:t>
            </a:r>
            <a:endParaRPr lang="en-IN" sz="4400" dirty="0">
              <a:latin typeface="Calibri (Headings)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830E18-F7F2-E310-4276-A5D1DB19E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4202"/>
            <a:ext cx="9144000" cy="354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211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Summary:</a:t>
            </a:r>
          </a:p>
          <a:p>
            <a:r>
              <a:rPr sz="2800" dirty="0"/>
              <a:t>Financial Analyzer AI bridges the gap between raw UPI data and actionable financial wisdom.</a:t>
            </a:r>
          </a:p>
          <a:p>
            <a:r>
              <a:rPr sz="2800" dirty="0"/>
              <a:t>Empowers users to make informed, data-driven financial decisions.</a:t>
            </a:r>
          </a:p>
          <a:p>
            <a:r>
              <a:rPr sz="2800" dirty="0"/>
              <a:t>Highly extensible framework ready for future personal finance integrations.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211</TotalTime>
  <Words>311</Words>
  <Application>Microsoft Office PowerPoint</Application>
  <PresentationFormat>On-screen Show (4:3)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 (Headings)</vt:lpstr>
      <vt:lpstr>Century Gothic</vt:lpstr>
      <vt:lpstr>Wingdings 3</vt:lpstr>
      <vt:lpstr>Ion</vt:lpstr>
      <vt:lpstr>Financial Analyzer AI</vt:lpstr>
      <vt:lpstr>Introduction &amp; Problem Statement</vt:lpstr>
      <vt:lpstr>Our Solution: Financial Analyzer AI</vt:lpstr>
      <vt:lpstr>Key Features &amp; Workflow</vt:lpstr>
      <vt:lpstr>Architecture &amp; Tech Stack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Muniasamy k</cp:lastModifiedBy>
  <cp:revision>2</cp:revision>
  <dcterms:created xsi:type="dcterms:W3CDTF">2013-01-27T09:14:16Z</dcterms:created>
  <dcterms:modified xsi:type="dcterms:W3CDTF">2026-02-28T13:43:12Z</dcterms:modified>
  <cp:category/>
</cp:coreProperties>
</file>